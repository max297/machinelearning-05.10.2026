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Lato" panose="020F0502020204030203" pitchFamily="34" charset="0"/>
      <p:regular r:id="rId10"/>
      <p:bold r:id="rId11"/>
      <p:italic r:id="rId12"/>
      <p:boldItalic r:id="rId13"/>
    </p:embeddedFont>
    <p:embeddedFont>
      <p:font typeface="Montserrat" panose="00000500000000000000" pitchFamily="2" charset="-52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3292ff9d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d3292ff9d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d3292ff9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d3292ff9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d3292ff9d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d3292ff9d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d3292ff9d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d3292ff9d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d3292ff9d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d3292ff9d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d3292ff9d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d3292ff9d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/>
              <a:t>Промпт-инжиниринг</a:t>
            </a:r>
            <a:endParaRPr sz="330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определения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33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Промпт — это инструкция для генеративной модели ИИ, содержащая информацию о желаемом ответе.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Шаблон промпта - это «заготовка», содержащая переменные, которые заменяются данными, обычно текстовыми. 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/>
              <a:t>Промпт-инжиниринг — это навык правильно формулировать запросы к нейросети, чтобы получать полезный и точный результат.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/>
              <a:t>Токен — это минимальная единица текста, которую модель «видит», анализирует и генерирует. Для языковой модели текст состоит не из букв или слов, а из последовательности чисел.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/>
              <a:t>Контекст — это вся совокупность информации, которую модель «видит» и анализирует в данный момент для понимания вашей задачи и генерации ответа.</a:t>
            </a:r>
            <a:endParaRPr sz="17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700"/>
              <a:t>Температура —  гиперпараметр, который контролирует «креативность», случайность и предсказуемость ответов модели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входит в контекст</a:t>
            </a:r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Системный промпт : Скрытые инструкции, задающие роль, тон и правила поведения модели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История диалога: Все предыдущие сообщения пользователя и ответы модели в текущей сессии. Это то, что создает иллюзию «памяти» у чат-бота.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Внешние данные: Текст, документы, куски кода или выдержки из базы знаний, которые вы явно передаете модели для использования.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Текущий запрос: Ваше последнее сообщение или вопрос.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Компоненты промпта</a:t>
            </a:r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Директива — это задача, которую модели необходимо решить. Она может быть представлена в форме инструкции или вопроса. Промпт может состоять только из инструкции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Примеры — это примеры ожидаемого результата от действий модели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Формат выдачи —  инструкции по тому, каким образом модель должна структурировать ответ.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Инструкции по стилю —  требования к стилю, в котором модель будет отвечать на запрос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Указания по роли — добавление дополнительного контекста, который помогает модели давать более ожидаемый ответ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Техники промптинга</a:t>
            </a:r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Few-shot промптинг — это техника, при которой в промпт добавляется несколько примеров выполнения задачи, позволяющих модели считать закономерность.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Ролевой промптинг  —  предполагает, что мы уточняем, от чьего лица действует модель. Например, мы можем попросить ее написать текст от лица известного политика или комика.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Декомпозиция и детализация — разложение сложного запроса  на подзадачи, это поможет уйти от общих слов в сгенерированном ответе к конкретике.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Целевые подсказки — направляют ответ на конкретный результат.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Майевтический метод — метод углубленного анализа и проверки гипотез, при котором искусственный интеллект проверяет собственную логику.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</Words>
  <Application>Microsoft Office PowerPoint</Application>
  <PresentationFormat>Экран (16:9)</PresentationFormat>
  <Paragraphs>30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Montserrat</vt:lpstr>
      <vt:lpstr>Lato</vt:lpstr>
      <vt:lpstr>Focus</vt:lpstr>
      <vt:lpstr>Промпт-инжиниринг</vt:lpstr>
      <vt:lpstr>Основные определения</vt:lpstr>
      <vt:lpstr>Презентация PowerPoint</vt:lpstr>
      <vt:lpstr>Что входит в контекст</vt:lpstr>
      <vt:lpstr>Компоненты промпта</vt:lpstr>
      <vt:lpstr>Техники промптинга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Промпт-инжиниринг</dc:title>
  <cp:lastModifiedBy>Акулин Максим Александрович</cp:lastModifiedBy>
  <cp:revision>1</cp:revision>
  <dcterms:modified xsi:type="dcterms:W3CDTF">2026-08-18T13:51:19Z</dcterms:modified>
</cp:coreProperties>
</file>