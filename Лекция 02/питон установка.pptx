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Montserrat" panose="00000500000000000000" pitchFamily="2" charset="-52"/>
      <p:regular r:id="rId12"/>
      <p:bold r:id="rId13"/>
      <p:italic r:id="rId14"/>
      <p:boldItalic r:id="rId15"/>
    </p:embeddedFont>
    <p:embeddedFont>
      <p:font typeface="Roboto Mon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18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4ad2d1f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4ad2d1f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4ad2d1f3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4ad2d1f3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a4ad2d1f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a4ad2d1f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установки питона достаточно скачать его с официального сайта. В данной лекции будет дана ссылка на версию питона 3.11.9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ru"/>
            </a:br>
            <a:r>
              <a:rPr lang="ru"/>
              <a:t>https://www.python.org/ftp/python/3.11.9/python-3.11.9-amd64.exe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скачивания установщика необходимо запустить его и следовать инструкциям.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Выберите чекбокс “add python.exe to PATH”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Запомните папку, куда вы установили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Добавление в PATH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вы не выбрали чекбокс и закончили установку нужно сделать следующие действия.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Нажмите win+R и введите туда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rundll32.exe sysdm.cpl,EditEnvironmentVariables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После этого дважды нажмите на Path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2666675"/>
            <a:ext cx="77819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После этого добавьте 2 переменные путь к папке, куда установлен python и путь к папке Scripts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В моем случае это:</a:t>
            </a:r>
            <a:br>
              <a:rPr lang="ru" dirty="0"/>
            </a:br>
            <a:r>
              <a:rPr lang="ru" dirty="0"/>
              <a:t>C:\Users\Max\AppData\Local\Programs\Python\Python311</a:t>
            </a:r>
            <a:br>
              <a:rPr lang="ru" dirty="0"/>
            </a:br>
            <a:r>
              <a:rPr lang="ru" dirty="0"/>
              <a:t>и</a:t>
            </a:r>
            <a:br>
              <a:rPr lang="ru" dirty="0"/>
            </a:br>
            <a:r>
              <a:rPr lang="ru" dirty="0"/>
              <a:t>C:\Users\Max\AppData\Local\Programs\Python\Python311\Scripts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 Данные действия позволят вам вызывать команды python из консоли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5D883-7344-4FFA-9303-61957B20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Редактор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C7C3B-EA83-46E1-8BF9-3F89FB58C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этого вам нужно установить редактор кода. Как пример вы можете использовать </a:t>
            </a:r>
            <a:r>
              <a:rPr lang="en-US" dirty="0" err="1"/>
              <a:t>openIDE</a:t>
            </a:r>
            <a:endParaRPr lang="en-US" dirty="0"/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dirty="0"/>
              <a:t>https://openide.ru/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76304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Экран (16:9)</PresentationFormat>
  <Paragraphs>21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Montserrat</vt:lpstr>
      <vt:lpstr>Roboto Mono</vt:lpstr>
      <vt:lpstr>Lato</vt:lpstr>
      <vt:lpstr>Arial</vt:lpstr>
      <vt:lpstr>Focus</vt:lpstr>
      <vt:lpstr>Установка и работа с пакетами</vt:lpstr>
      <vt:lpstr>Установка</vt:lpstr>
      <vt:lpstr>Добавление в PATH</vt:lpstr>
      <vt:lpstr>Презентация PowerPoint</vt:lpstr>
      <vt:lpstr>Редактор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2</cp:revision>
  <dcterms:modified xsi:type="dcterms:W3CDTF">2026-10-07T12:54:19Z</dcterms:modified>
</cp:coreProperties>
</file>